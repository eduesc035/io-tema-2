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6D42B3-F4D6-4524-8B72-0F00A57C6685}" type="datetimeFigureOut">
              <a:rPr lang="es-MX" smtClean="0"/>
              <a:t>17/10/2025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20A735-C786-4CBA-BCC7-FF21E9C878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51004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0A735-C786-4CBA-BCC7-FF21E9C87893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35620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4584A1-3CFA-A283-79A6-67DF6FF696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AB52A09-15C6-9D60-5624-18E0E3D3B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2BC85A-13EF-4867-45BE-E83D768C1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E0-C023-473E-AE50-FFD05241449D}" type="datetimeFigureOut">
              <a:rPr lang="es-MX" smtClean="0"/>
              <a:t>17/10/2025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3A1CDA-5793-4731-3467-641D90A7F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508502-E00E-B803-A85F-47B88816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455B4-4AF0-43E2-9F76-DCA78CD21D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23576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0CCBC4-AAF8-54E6-D460-2A99DC2A3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5A747F-5E3F-AB84-20A4-5A0AC1F1E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D3DE73-7380-AAD3-6A9A-CDDAA4BD9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E0-C023-473E-AE50-FFD05241449D}" type="datetimeFigureOut">
              <a:rPr lang="es-MX" smtClean="0"/>
              <a:t>17/10/2025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84A2A7-E6FB-3D93-8FF5-DF24FC035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8F617C-2701-6E74-6652-6FD50863E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455B4-4AF0-43E2-9F76-DCA78CD21D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0342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BA38F7-A4DC-AB48-13DE-2196531AC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BF0AEFC-CF25-2016-2C88-258742B46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AF6903-903D-8FB0-1DF9-0118B65FF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E0-C023-473E-AE50-FFD05241449D}" type="datetimeFigureOut">
              <a:rPr lang="es-MX" smtClean="0"/>
              <a:t>17/10/2025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262EDC-5E08-8F7E-0CAC-EE9485F24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D7D176-B29B-D1EC-AE8F-069EA028E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455B4-4AF0-43E2-9F76-DCA78CD21D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40211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35D9F1-CDF7-6D08-2380-294D73608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5D126B-3B65-63CE-C5A9-2C33EF123C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515563-080A-5848-FDC1-E3D1A0F873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22906E-D6C5-5006-5B4C-9870BBEC7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E0-C023-473E-AE50-FFD05241449D}" type="datetimeFigureOut">
              <a:rPr lang="es-MX" smtClean="0"/>
              <a:t>17/10/2025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6202A25-A913-1293-9172-18E17A01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B3D2AB-A6D3-7CB0-6BB1-6369C84ED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455B4-4AF0-43E2-9F76-DCA78CD21D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6949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BA1A0-6484-9A7F-2D5E-D6A9BEB1C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3C83DE1-8F88-A358-4354-4F51F6390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5F7126C-10E4-464E-F97C-4B2EE098F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DAC2B6A-5FE7-DD8F-1B02-D69C84A247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4D19A73-FA1E-AAD3-1633-042A49D8E9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F16CA8E-47BD-F57D-F735-EA0A9C0C2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E0-C023-473E-AE50-FFD05241449D}" type="datetimeFigureOut">
              <a:rPr lang="es-MX" smtClean="0"/>
              <a:t>17/10/2025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C8E0EC9-130E-B659-CEB4-DF0445D9A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D204B09-E20A-02CB-D1EE-5CCA8098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455B4-4AF0-43E2-9F76-DCA78CD21D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5225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BF395D-0D5F-C04F-A81A-594AAF3B1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1C61881-77F8-4CB2-FC4D-FB28ABA42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E0-C023-473E-AE50-FFD05241449D}" type="datetimeFigureOut">
              <a:rPr lang="es-MX" smtClean="0"/>
              <a:t>17/10/2025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3C3E8C2-E808-9000-2A8A-157F1C76E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C37BAD7-99BD-3ED2-5E7E-701BE8A57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455B4-4AF0-43E2-9F76-DCA78CD21D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8966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5E49D22-DF5F-C4EB-4B8F-22461F3D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E0-C023-473E-AE50-FFD05241449D}" type="datetimeFigureOut">
              <a:rPr lang="es-MX" smtClean="0"/>
              <a:t>17/10/2025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2E4B617-C2F1-0BC5-158E-5612B553F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A5717B-1981-E93A-4EB0-BACD2EAD5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455B4-4AF0-43E2-9F76-DCA78CD21D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3576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7A4E30-A0B4-98AB-97F9-AF4C5CB26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5BFDE9-33AF-44EB-BF95-7ECC22E42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3BA1BC3-AE48-9491-8AC2-DD151986C2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FCB9F1-6ADD-B733-F8E0-F4D7259D8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E0-C023-473E-AE50-FFD05241449D}" type="datetimeFigureOut">
              <a:rPr lang="es-MX" smtClean="0"/>
              <a:t>17/10/2025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C43726-FF3F-059A-35F5-54A312C48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F0ABFE6-8981-B6B1-965F-5C4EEF0DC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455B4-4AF0-43E2-9F76-DCA78CD21D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46677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3A1798-9033-7EDC-0AEE-FABF2F275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43C7188-4AD1-DDBE-AD04-95CE7963C9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722479D-8C15-5AB9-CD97-52895F176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3DE802C-38DE-36D2-5640-882CD5250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E0-C023-473E-AE50-FFD05241449D}" type="datetimeFigureOut">
              <a:rPr lang="es-MX" smtClean="0"/>
              <a:t>17/10/2025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E0D7B0-617C-81C5-4ACF-28D6B47FD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F8F1877-AD54-002E-1887-91B0E7E48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455B4-4AF0-43E2-9F76-DCA78CD21D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4944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FB1B46-0C51-9A1A-F95E-B0CD16014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54CC4D-C8BF-C532-2D8A-F4C368C32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9CC137-6EA7-EED6-0411-AA6B8DC9F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E0-C023-473E-AE50-FFD05241449D}" type="datetimeFigureOut">
              <a:rPr lang="es-MX" smtClean="0"/>
              <a:t>17/10/2025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4C901D-2834-B8F8-949D-9813A9EBA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93740F-7157-4535-FC97-0F572DC8C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455B4-4AF0-43E2-9F76-DCA78CD21D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15181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5F3E93-07A1-F5C8-1FA9-7CFCDBC308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DC81674-F979-FFD6-7684-B64E5172D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69539E-B62C-4125-2E0A-8001199BF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E0-C023-473E-AE50-FFD05241449D}" type="datetimeFigureOut">
              <a:rPr lang="es-MX" smtClean="0"/>
              <a:t>17/10/2025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AE3DDE-0435-0721-DF35-6C91DE3F6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E72A2F-3A8B-E105-08E7-BA23988C6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455B4-4AF0-43E2-9F76-DCA78CD21D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105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7E8418E-9A87-FF87-7A78-4CDEC062F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5B853A-3D61-2370-5417-C70F3E842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71ACF8-9F1F-F38C-5534-4AF02F5BDB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E0E4E0-C023-473E-AE50-FFD05241449D}" type="datetimeFigureOut">
              <a:rPr lang="es-MX" smtClean="0"/>
              <a:t>17/10/2025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1144CF-DC77-ED9D-ED92-A7C99E847C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30372E-468F-4682-C202-B4BD7748FB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3455B4-4AF0-43E2-9F76-DCA78CD21D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6175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195D9-049A-928E-968F-801D31EB8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4064" y="5714902"/>
            <a:ext cx="9960077" cy="912910"/>
          </a:xfrm>
        </p:spPr>
        <p:txBody>
          <a:bodyPr>
            <a:noAutofit/>
          </a:bodyPr>
          <a:lstStyle/>
          <a:p>
            <a:r>
              <a:rPr lang="es-MX" sz="2400" b="1" dirty="0"/>
              <a:t>INSTITUTO TECNOLÓGICO DE FRONTERA COMALAPA  </a:t>
            </a:r>
            <a:br>
              <a:rPr lang="es-MX" sz="2400" b="1" dirty="0"/>
            </a:br>
            <a:r>
              <a:rPr lang="es-MX" sz="2400" b="1" dirty="0"/>
              <a:t> </a:t>
            </a:r>
            <a:r>
              <a:rPr lang="es-MX" sz="2400" b="1" baseline="-25000" dirty="0"/>
              <a:t>  </a:t>
            </a:r>
            <a:r>
              <a:rPr lang="es-MX" sz="2400" b="1" dirty="0"/>
              <a:t> </a:t>
            </a:r>
            <a:br>
              <a:rPr lang="es-MX" dirty="0"/>
            </a:br>
            <a:r>
              <a:rPr lang="es-MX" sz="1800" b="1" dirty="0"/>
              <a:t>MATERIA</a:t>
            </a:r>
            <a:br>
              <a:rPr lang="es-MX" sz="1800" b="1" dirty="0"/>
            </a:br>
            <a:r>
              <a:rPr lang="es-MX" sz="1800" b="1" dirty="0"/>
              <a:t>Investigación de Operaciones</a:t>
            </a:r>
            <a:br>
              <a:rPr lang="es-MX" sz="1800" b="1" dirty="0"/>
            </a:br>
            <a:br>
              <a:rPr lang="es-MX" sz="1800" b="1" dirty="0"/>
            </a:br>
            <a:r>
              <a:rPr lang="es-MX" sz="1800" b="1" dirty="0"/>
              <a:t>TEMA 2</a:t>
            </a:r>
            <a:br>
              <a:rPr lang="es-MX" sz="1800" b="1" dirty="0"/>
            </a:br>
            <a:r>
              <a:rPr lang="es-MX" sz="1800" b="1" dirty="0" err="1"/>
              <a:t>Act</a:t>
            </a:r>
            <a:r>
              <a:rPr lang="es-MX" sz="1800" b="1" dirty="0"/>
              <a:t> 2.2 Reporte de practica (</a:t>
            </a:r>
            <a:r>
              <a:rPr lang="es-MX" sz="1800" b="1" dirty="0" err="1"/>
              <a:t>PomQM</a:t>
            </a:r>
            <a:r>
              <a:rPr lang="es-MX" sz="1800" b="1" dirty="0"/>
              <a:t> y R-Studio</a:t>
            </a:r>
            <a:br>
              <a:rPr lang="es-MX" sz="1800" b="1" dirty="0"/>
            </a:br>
            <a:br>
              <a:rPr lang="es-MX" sz="1800" b="1" dirty="0"/>
            </a:br>
            <a:r>
              <a:rPr lang="es-MX" sz="1800" b="1" dirty="0"/>
              <a:t>ALUMNO</a:t>
            </a:r>
            <a:br>
              <a:rPr lang="es-MX" sz="1800" b="1" dirty="0"/>
            </a:br>
            <a:r>
              <a:rPr lang="es-MX" sz="1800" b="1" dirty="0"/>
              <a:t>Amilcar Alejandro Corona Escobar </a:t>
            </a:r>
            <a:br>
              <a:rPr lang="es-MX" sz="1800" b="1" dirty="0"/>
            </a:br>
            <a:br>
              <a:rPr lang="es-MX" sz="1800" b="1" dirty="0"/>
            </a:br>
            <a:r>
              <a:rPr lang="es-MX" sz="1800" b="1" dirty="0"/>
              <a:t>Tercer semestre, ing. Sistemas Computacionales.</a:t>
            </a:r>
            <a:br>
              <a:rPr lang="es-MX" sz="1800" b="1" dirty="0"/>
            </a:br>
            <a:r>
              <a:rPr lang="es-MX" sz="1800" b="1" dirty="0"/>
              <a:t>NC: 241260074</a:t>
            </a:r>
            <a:br>
              <a:rPr lang="es-MX" sz="1800" b="1" dirty="0"/>
            </a:br>
            <a:br>
              <a:rPr lang="es-MX" sz="1800" b="1" dirty="0"/>
            </a:br>
            <a:r>
              <a:rPr lang="es-MX" sz="1800" b="1" dirty="0"/>
              <a:t>MODALIDAD</a:t>
            </a:r>
            <a:br>
              <a:rPr lang="es-MX" sz="1800" b="1" dirty="0"/>
            </a:br>
            <a:r>
              <a:rPr lang="es-MX" sz="1800" b="1" dirty="0"/>
              <a:t>Escolarizada </a:t>
            </a:r>
            <a:br>
              <a:rPr lang="es-MX" sz="1800" b="1" dirty="0"/>
            </a:br>
            <a:br>
              <a:rPr lang="es-MX" sz="1800" b="1" dirty="0"/>
            </a:br>
            <a:r>
              <a:rPr lang="es-MX" sz="1800" b="1" dirty="0"/>
              <a:t>DOCENTE</a:t>
            </a:r>
            <a:br>
              <a:rPr lang="es-MX" sz="1800" b="1" dirty="0"/>
            </a:br>
            <a:r>
              <a:rPr lang="es-MX" sz="1800" b="1" dirty="0"/>
              <a:t>Ing. Mingo Velázquez Francisco Javier.</a:t>
            </a:r>
            <a:br>
              <a:rPr lang="es-MX" sz="1800" b="1" dirty="0"/>
            </a:br>
            <a:br>
              <a:rPr lang="es-MX" sz="1800" b="1" dirty="0"/>
            </a:br>
            <a:r>
              <a:rPr lang="es-MX" sz="1800" b="1" dirty="0"/>
              <a:t>                                                                                                 </a:t>
            </a:r>
            <a:br>
              <a:rPr lang="es-MX" sz="1800" b="1" dirty="0"/>
            </a:br>
            <a:r>
              <a:rPr lang="es-MX" sz="1800" b="1" dirty="0"/>
              <a:t>                                                                                                     Frontera Comalapa Chis, a 29 de </a:t>
            </a:r>
            <a:r>
              <a:rPr lang="es-MX" sz="1800" b="1" dirty="0" err="1"/>
              <a:t>Sepiembre</a:t>
            </a:r>
            <a:r>
              <a:rPr lang="es-MX" sz="1800" b="1" dirty="0"/>
              <a:t> de 2025</a:t>
            </a:r>
            <a:endParaRPr lang="es-MX" sz="1800" dirty="0"/>
          </a:p>
        </p:txBody>
      </p:sp>
      <p:pic>
        <p:nvPicPr>
          <p:cNvPr id="2055" name="Picture 167">
            <a:extLst>
              <a:ext uri="{FF2B5EF4-FFF2-40B4-BE49-F238E27FC236}">
                <a16:creationId xmlns:a16="http://schemas.microsoft.com/office/drawing/2014/main" id="{D6FF51D3-F4AF-3B2B-0563-E61C18255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842" y="230188"/>
            <a:ext cx="2735263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15190">
            <a:extLst>
              <a:ext uri="{FF2B5EF4-FFF2-40B4-BE49-F238E27FC236}">
                <a16:creationId xmlns:a16="http://schemas.microsoft.com/office/drawing/2014/main" id="{134EB0F0-5358-01C5-8F9A-635F4EC493A9}"/>
              </a:ext>
            </a:extLst>
          </p:cNvPr>
          <p:cNvGrpSpPr/>
          <p:nvPr/>
        </p:nvGrpSpPr>
        <p:grpSpPr>
          <a:xfrm>
            <a:off x="3412885" y="166308"/>
            <a:ext cx="7092950" cy="1092580"/>
            <a:chOff x="1082675" y="-360640"/>
            <a:chExt cx="7093177" cy="1093536"/>
          </a:xfrm>
        </p:grpSpPr>
        <p:pic>
          <p:nvPicPr>
            <p:cNvPr id="5" name="Picture 169">
              <a:extLst>
                <a:ext uri="{FF2B5EF4-FFF2-40B4-BE49-F238E27FC236}">
                  <a16:creationId xmlns:a16="http://schemas.microsoft.com/office/drawing/2014/main" id="{40EFF497-CB2D-56F1-4E69-06C1A53668B8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082675" y="507340"/>
              <a:ext cx="228600" cy="190500"/>
            </a:xfrm>
            <a:prstGeom prst="rect">
              <a:avLst/>
            </a:prstGeom>
          </p:spPr>
        </p:pic>
        <p:sp>
          <p:nvSpPr>
            <p:cNvPr id="6" name="Rectangle 170">
              <a:extLst>
                <a:ext uri="{FF2B5EF4-FFF2-40B4-BE49-F238E27FC236}">
                  <a16:creationId xmlns:a16="http://schemas.microsoft.com/office/drawing/2014/main" id="{0D318CAD-7D9D-4D2F-DBD7-ED078BD7DD15}"/>
                </a:ext>
              </a:extLst>
            </p:cNvPr>
            <p:cNvSpPr/>
            <p:nvPr/>
          </p:nvSpPr>
          <p:spPr>
            <a:xfrm>
              <a:off x="1084580" y="506088"/>
              <a:ext cx="149198" cy="22680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s-MX" sz="1100" kern="100" spc="-3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   </a:t>
              </a:r>
              <a:endParaRPr lang="es-MX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7" name="Rectangle 171">
              <a:extLst>
                <a:ext uri="{FF2B5EF4-FFF2-40B4-BE49-F238E27FC236}">
                  <a16:creationId xmlns:a16="http://schemas.microsoft.com/office/drawing/2014/main" id="{94F31476-3268-DD9D-0444-BF52BC199278}"/>
                </a:ext>
              </a:extLst>
            </p:cNvPr>
            <p:cNvSpPr/>
            <p:nvPr/>
          </p:nvSpPr>
          <p:spPr>
            <a:xfrm>
              <a:off x="1198880" y="506088"/>
              <a:ext cx="37718" cy="22680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s-MX" sz="1100" kern="1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</a:p>
          </p:txBody>
        </p:sp>
        <p:pic>
          <p:nvPicPr>
            <p:cNvPr id="8" name="Picture 173">
              <a:extLst>
                <a:ext uri="{FF2B5EF4-FFF2-40B4-BE49-F238E27FC236}">
                  <a16:creationId xmlns:a16="http://schemas.microsoft.com/office/drawing/2014/main" id="{6E8F8E14-6B09-F0C2-7340-1869B043F01D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5513167" y="-360640"/>
              <a:ext cx="1082396" cy="531927"/>
            </a:xfrm>
            <a:prstGeom prst="rect">
              <a:avLst/>
            </a:prstGeom>
          </p:spPr>
        </p:pic>
        <p:pic>
          <p:nvPicPr>
            <p:cNvPr id="9" name="Picture 175">
              <a:extLst>
                <a:ext uri="{FF2B5EF4-FFF2-40B4-BE49-F238E27FC236}">
                  <a16:creationId xmlns:a16="http://schemas.microsoft.com/office/drawing/2014/main" id="{E8CEA6AF-61C3-6EB1-6C5A-74D88AABD4A8}"/>
                </a:ext>
              </a:extLst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7418487" y="-352155"/>
              <a:ext cx="757365" cy="617576"/>
            </a:xfrm>
            <a:prstGeom prst="rect">
              <a:avLst/>
            </a:prstGeom>
          </p:spPr>
        </p:pic>
      </p:grpSp>
      <p:sp>
        <p:nvSpPr>
          <p:cNvPr id="10" name="Rectangle 8">
            <a:extLst>
              <a:ext uri="{FF2B5EF4-FFF2-40B4-BE49-F238E27FC236}">
                <a16:creationId xmlns:a16="http://schemas.microsoft.com/office/drawing/2014/main" id="{3A6BD107-5606-12E8-C337-06AC4CC95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8232" y="8016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B76A270C-884E-17BC-7E9A-427D95BD2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8232" y="18303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     	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1AA0FDCA-B92A-6FAD-6856-90CD8D874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8232" y="25288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58245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58245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58245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58245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58245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8245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8245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8245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8245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24538" algn="r"/>
              </a:tabLst>
            </a:pPr>
            <a:endParaRPr kumimoji="0" lang="es-MX" altLang="es-MX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24538" algn="r"/>
              </a:tabLst>
            </a:pPr>
            <a:r>
              <a:rPr kumimoji="0" lang="es-MX" altLang="es-MX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 </a:t>
            </a:r>
            <a:r>
              <a:rPr kumimoji="0" lang="es-MX" altLang="es-MX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    </a:t>
            </a:r>
            <a:r>
              <a:rPr kumimoji="0" lang="es-MX" altLang="es-MX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02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E81833F-8305-82AC-E4F7-E91E20C0DFB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03549" y="1140914"/>
            <a:ext cx="10488613" cy="500063"/>
          </a:xfrm>
        </p:spPr>
        <p:txBody>
          <a:bodyPr>
            <a:normAutofit fontScale="90000"/>
          </a:bodyPr>
          <a:lstStyle/>
          <a:p>
            <a:r>
              <a:rPr lang="es-MX" sz="1800" b="1" dirty="0"/>
              <a:t>EJERCICIOS DE ASIGNACION EN RSTUDIO Y POMQM</a:t>
            </a:r>
            <a:br>
              <a:rPr lang="es-MX" sz="1800" b="1" dirty="0"/>
            </a:br>
            <a:br>
              <a:rPr lang="es-MX" sz="1800" b="1" dirty="0"/>
            </a:br>
            <a:br>
              <a:rPr lang="es-MX" sz="1800" b="1" dirty="0"/>
            </a:br>
            <a:r>
              <a:rPr lang="es-MX" sz="1600" b="1" dirty="0"/>
              <a:t>Ejercicio 1: Asignación de trabajadores a tareas</a:t>
            </a:r>
            <a:br>
              <a:rPr lang="es-MX" sz="1600" dirty="0"/>
            </a:br>
            <a:r>
              <a:rPr lang="es-MX" sz="1600" b="1" dirty="0"/>
              <a:t>Enunciado:</a:t>
            </a:r>
            <a:br>
              <a:rPr lang="es-MX" sz="1600" dirty="0"/>
            </a:br>
            <a:r>
              <a:rPr lang="es-MX" sz="1600" dirty="0"/>
              <a:t>Una empresa tiene </a:t>
            </a:r>
            <a:r>
              <a:rPr lang="es-MX" sz="1600" b="1" dirty="0"/>
              <a:t>3 trabajadores</a:t>
            </a:r>
            <a:r>
              <a:rPr lang="es-MX" sz="1600" dirty="0"/>
              <a:t> (A, B, C) y </a:t>
            </a:r>
            <a:r>
              <a:rPr lang="es-MX" sz="1600" b="1" dirty="0"/>
              <a:t>3 tareas</a:t>
            </a:r>
            <a:r>
              <a:rPr lang="es-MX" sz="1600" dirty="0"/>
              <a:t> (T1, T2, T3). El costo de asignar cada trabajador a cada tarea es el siguiente:</a:t>
            </a:r>
            <a:br>
              <a:rPr lang="es-MX" sz="1600" dirty="0"/>
            </a:br>
            <a:br>
              <a:rPr lang="es-MX" sz="1600" dirty="0"/>
            </a:br>
            <a:r>
              <a:rPr lang="es-MX" sz="1800" dirty="0"/>
              <a:t>Resultado en </a:t>
            </a:r>
            <a:r>
              <a:rPr lang="es-MX" sz="1800" dirty="0" err="1"/>
              <a:t>PomQm</a:t>
            </a:r>
            <a:r>
              <a:rPr lang="es-MX" sz="1800" dirty="0"/>
              <a:t>: </a:t>
            </a:r>
            <a:br>
              <a:rPr lang="es-MX" sz="1600" dirty="0"/>
            </a:br>
            <a:br>
              <a:rPr lang="es-MX" dirty="0"/>
            </a:br>
            <a:endParaRPr lang="es-MX" sz="1600" dirty="0"/>
          </a:p>
        </p:txBody>
      </p:sp>
      <p:pic>
        <p:nvPicPr>
          <p:cNvPr id="6" name="Imagen 5" descr="Interfaz de usuario gráfica, Aplicación, Tabla&#10;&#10;El contenido generado por IA puede ser incorrecto.">
            <a:extLst>
              <a:ext uri="{FF2B5EF4-FFF2-40B4-BE49-F238E27FC236}">
                <a16:creationId xmlns:a16="http://schemas.microsoft.com/office/drawing/2014/main" id="{DBC86D5E-C008-EBBF-E33A-7DDD77A12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44" y="1983341"/>
            <a:ext cx="6203292" cy="188527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530AF96-636A-DF52-D776-45FFDDF81AD7}"/>
              </a:ext>
            </a:extLst>
          </p:cNvPr>
          <p:cNvSpPr txBox="1"/>
          <p:nvPr/>
        </p:nvSpPr>
        <p:spPr>
          <a:xfrm>
            <a:off x="739344" y="3683948"/>
            <a:ext cx="3264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Resutado</a:t>
            </a:r>
            <a:r>
              <a:rPr lang="es-MX" dirty="0"/>
              <a:t> en R-Studio:</a:t>
            </a:r>
          </a:p>
        </p:txBody>
      </p:sp>
      <p:pic>
        <p:nvPicPr>
          <p:cNvPr id="9" name="Imagen 8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E9882604-34F3-98FC-DD23-90D7C0786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344" y="4053280"/>
            <a:ext cx="5612130" cy="256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885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DBE29AE-3F15-C77C-4BCA-1C2E92392131}"/>
              </a:ext>
            </a:extLst>
          </p:cNvPr>
          <p:cNvSpPr txBox="1"/>
          <p:nvPr/>
        </p:nvSpPr>
        <p:spPr>
          <a:xfrm>
            <a:off x="563626" y="121769"/>
            <a:ext cx="785597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/>
              <a:t>Ejercicio 2: Asignación de máquinas a productos</a:t>
            </a:r>
            <a:endParaRPr lang="es-MX" sz="1600" dirty="0"/>
          </a:p>
          <a:p>
            <a:r>
              <a:rPr lang="es-MX" sz="1400" b="1" dirty="0"/>
              <a:t>Enunciado:</a:t>
            </a:r>
            <a:endParaRPr lang="es-MX" sz="1400" dirty="0"/>
          </a:p>
          <a:p>
            <a:r>
              <a:rPr lang="es-MX" sz="1400" dirty="0"/>
              <a:t>Una fábrica tiene </a:t>
            </a:r>
            <a:r>
              <a:rPr lang="es-MX" sz="1400" b="1" dirty="0"/>
              <a:t>3 máquinas (M1, M2, M3)</a:t>
            </a:r>
            <a:r>
              <a:rPr lang="es-MX" sz="1400" dirty="0"/>
              <a:t> y </a:t>
            </a:r>
            <a:r>
              <a:rPr lang="es-MX" sz="1400" b="1" dirty="0"/>
              <a:t>3 productos (P1, P2, P3)</a:t>
            </a:r>
            <a:r>
              <a:rPr lang="es-MX" sz="1400" dirty="0"/>
              <a:t>. El tiempo (en horas) que cada máquina tarda en producir un producto es:</a:t>
            </a:r>
          </a:p>
          <a:p>
            <a:endParaRPr lang="es-MX" sz="1600" dirty="0"/>
          </a:p>
          <a:p>
            <a:r>
              <a:rPr lang="es-MX" sz="1600" dirty="0"/>
              <a:t>Resultado en </a:t>
            </a:r>
            <a:r>
              <a:rPr lang="es-MX" sz="1600" dirty="0" err="1"/>
              <a:t>PomQM</a:t>
            </a:r>
            <a:r>
              <a:rPr lang="es-MX" sz="1600" dirty="0"/>
              <a:t>: </a:t>
            </a:r>
          </a:p>
          <a:p>
            <a:endParaRPr lang="es-MX" sz="1600" dirty="0"/>
          </a:p>
          <a:p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6C76CDB-B9B6-6FEF-3B3D-16EEB2D6553C}"/>
              </a:ext>
            </a:extLst>
          </p:cNvPr>
          <p:cNvSpPr txBox="1"/>
          <p:nvPr/>
        </p:nvSpPr>
        <p:spPr>
          <a:xfrm>
            <a:off x="563626" y="3671382"/>
            <a:ext cx="3837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Resultado en R-Studio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3A4540D-D904-9016-334B-C1ED2A046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26" y="1542513"/>
            <a:ext cx="7260157" cy="212886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B5F6ECF-4591-CA6C-3349-F28584EB2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26" y="4004171"/>
            <a:ext cx="6741526" cy="279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7777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5F24E7B-148C-4A00-9EB2-7DCB107DF5B4}">
  <we:reference id="wa200005566" version="3.0.0.3" store="es-E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210</Words>
  <Application>Microsoft Office PowerPoint</Application>
  <PresentationFormat>Panorámica</PresentationFormat>
  <Paragraphs>15</Paragraphs>
  <Slides>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Tema de Office</vt:lpstr>
      <vt:lpstr>INSTITUTO TECNOLÓGICO DE FRONTERA COMALAPA        MATERIA Investigación de Operaciones  TEMA 2 Act 2.2 Reporte de practica (PomQM y R-Studio  ALUMNO Amilcar Alejandro Corona Escobar   Tercer semestre, ing. Sistemas Computacionales. NC: 241260074  MODALIDAD Escolarizada   DOCENTE Ing. Mingo Velázquez Francisco Javier.                                                                                                                                                                                                         Frontera Comalapa Chis, a 29 de Sepiembre de 2025</vt:lpstr>
      <vt:lpstr>EJERCICIOS DE ASIGNACION EN RSTUDIO Y POMQM   Ejercicio 1: Asignación de trabajadores a tareas Enunciado: Una empresa tiene 3 trabajadores (A, B, C) y 3 tareas (T1, T2, T3). El costo de asignar cada trabajador a cada tarea es el siguiente:  Resultado en PomQm:  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Amilcar Corona</dc:creator>
  <cp:lastModifiedBy>Amilcar Corona</cp:lastModifiedBy>
  <cp:revision>3</cp:revision>
  <dcterms:created xsi:type="dcterms:W3CDTF">2025-10-17T06:49:27Z</dcterms:created>
  <dcterms:modified xsi:type="dcterms:W3CDTF">2025-10-17T18:33:59Z</dcterms:modified>
</cp:coreProperties>
</file>